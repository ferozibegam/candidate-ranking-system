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Intelligent Candidate Discovery &amp; Ranking</a:t>
            </a:r>
          </a:p>
          <a:p>
            <a:pPr algn="ctr">
              <a:defRPr sz="2000">
                <a:solidFill>
                  <a:srgbClr val="C8DCFF"/>
                </a:solidFill>
              </a:defRPr>
            </a:pPr>
            <a:r>
              <a:t>A 4-Dimensional AI Recruiting Engine</a:t>
            </a:r>
            <a:br/>
            <a:r>
              <a:t>Generated on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The Challenge: Beyond Keyword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Recruiters sort through hundreds of profiles and still miss optimal fits.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Standard boolean/keyword filters fail to see what actually matters.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Trap 1: Keyword Stuffers - Profiles listing spammed AI keywords without actual experience.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Trap 2: Plain-Language Engineers - High-quality builders who explain systems in plain text without spammed buzzwords.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Trap 3: Behavioral/Honeypot Profiles - Profiles that look perfect on paper but are stale, inactive, or systematically falsified.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Our Solution: 4-Dimensional Alignment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Designed to mimic the evaluation process of an expert senior recruiter.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1. Technical Skill Relevance Alignment (40% Weight)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2. Career Trajectory &amp; Experience Fit (30% Weight)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3. Operational Momentum &amp; Growth Velocity (15% Weight)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4. Platform Behavior &amp; Availability Modifiers (15% Weight)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Top Strategic Recommendation Shortlist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Top evaluated profiles extracted by the orchestrator engine pipeline: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Rank 1: CAND_0081846 (Score: 0.7557) - Senior Engineer showing true product engineering background with 6.7 years of experience. Demonstrates clear production tracking across target skillsets (embeddings, python, pytorch).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Rank 2: CAND_0011687 (Score: 0.7425) - Senior Engineer showing true product engineering background with 7.8 years of experience. Demonstrates clear production tracking across target skillsets (embeddings, tensorflow, pytorch).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Rank 3: CAND_0088025 (Score: 0.7416) - Senior Engineer showing true product engineering background with 8.6 years of experience. Demonstrates clear production tracking across target skillsets (python, tensorflow, rag).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Rank 4: CAND_0002025 (Score: 0.7412) - Senior Engineer showing true product engineering background with 5.9 years of experience. Demonstrates clear production tracking across target skillsets (python, tensorflow, scikit-learn).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Rank 5: CAND_0018499 (Score: 0.7383) - Senior Engineer showing true product engineering background with 7.2 years of experience. Demonstrates clear production tracking across target skillsets (embeddings, rag, scikit-learn).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Strategic Hiring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1. Automated Outreach: Target top 10 candidates instantly while platform response indicators are peak.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2. Technical Verification Validation: Deep-dive review of historical product shipping text signals.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3. Reference Integrity Attestation: Match listed career history metrics against standard timeline patterns.</a:t>
            </a:r>
          </a:p>
          <a:p>
            <a:pPr>
              <a:spcAft>
                <a:spcPts val="1400"/>
              </a:spcAft>
              <a:defRPr sz="1800">
                <a:solidFill>
                  <a:srgbClr val="323232"/>
                </a:solidFill>
              </a:defRPr>
            </a:pPr>
            <a:r>
              <a:t>4. Dynamic Optimization: Tune matching weights as hiring data yields active user response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  <a:p>
            <a:pPr algn="ctr">
              <a:defRPr sz="2000">
                <a:solidFill>
                  <a:srgbClr val="C8DCFF"/>
                </a:solidFill>
              </a:defRPr>
            </a:pPr>
            <a:r>
              <a:t>This ranking system brings clean, verifiable alignment to recruitment.</a:t>
            </a:r>
            <a:br/>
            <a:r>
              <a:t> Better decisions. Zero keyword noise. High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